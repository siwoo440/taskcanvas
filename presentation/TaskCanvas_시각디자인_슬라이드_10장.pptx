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이미지 생성 기반 PPT 디자인 시안입니다. 텍스트는 이미지로 포함되어 있어 직접 수정할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이미지 생성 기반 PPT 디자인 시안입니다. 텍스트는 이미지로 포함되어 있어 직접 수정할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이미지 생성 기반 PPT 디자인 시안입니다. 텍스트는 이미지로 포함되어 있어 직접 수정할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이미지 생성 기반 PPT 디자인 시안입니다. 텍스트는 이미지로 포함되어 있어 직접 수정할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이미지 생성 기반 PPT 디자인 시안입니다. 텍스트는 이미지로 포함되어 있어 직접 수정할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이미지 생성 기반 PPT 디자인 시안입니다. 텍스트는 이미지로 포함되어 있어 직접 수정할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이미지 생성 기반 PPT 디자인 시안입니다. 텍스트는 이미지로 포함되어 있어 직접 수정할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이미지 생성 기반 PPT 디자인 시안입니다. 텍스트는 이미지로 포함되어 있어 직접 수정할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이미지 생성 기반 PPT 디자인 시안입니다. 텍스트는 이미지로 포함되어 있어 직접 수정할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이미지 생성 기반 PPT 디자인 시안입니다. 텍스트는 이미지로 포함되어 있어 직접 수정할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wide_polished_tech_presentation_cover_slide_with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wide_landscape_tech_presentation_slide_dark_navy_2_batch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wide_dark_blue_purple_tech_presentation_slide_cle_3_batch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wide_dark_blue_neon_tech_presentation_slide_ui_m_4_batch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wide_clean_ui_product_presentation_slide_in_a_d_5_batch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wide_dark_blue_tech_presentation_slide_with_neon_6_batch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wide_dark_blue_futuristic_tech_presentation_slide_7_batch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wide_dark_blue_futuristic_tech_presentation_slide_8_batch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wide_modern_tech_presentation_slide_ui_mockup_9_batch_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wide_dark_blue_futuristic_presentation_slide_ui_w_10_batch_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TaskCanvas 이미지 디자인 시안</dc:title>
  <dc:subject>PptxGenJS Presentation</dc:subject>
  <dc:creator>ChatGPT</dc:creator>
  <cp:lastModifiedBy>ChatGPT</cp:lastModifiedBy>
  <cp:revision>1</cp:revision>
  <dcterms:created xsi:type="dcterms:W3CDTF">2026-10-08T02:33:28Z</dcterms:created>
  <dcterms:modified xsi:type="dcterms:W3CDTF">2026-10-08T02:33:28Z</dcterms:modified>
</cp:coreProperties>
</file>