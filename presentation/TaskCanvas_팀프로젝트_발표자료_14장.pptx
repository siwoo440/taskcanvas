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이름만 정해 작업실을 직접 만들거나, 이름과 초대 코드로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이름만 정해 작업실을 직접 만들면 그 사람이 관리자가 되어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업무와 작업실의 업무 현황판,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27개 중 23개는 자동 검사로, 3개는 브라우저에서 직접 확인해 통과했습니다.</a:t>
            </a:r>
          </a:p>
          <a:p>
            <a:r>
              <a:rPr lang="ko-KR" dirty="0"/>
              <a:t>수용 기준과 별도로 접속 출처 보안 점검, 업로드 정리 운영 점검, 브라우저 네 개로 시연 순서를 그대로 돌리는 자동 리허설 13개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직접 만들거나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작업실을 만들거나 초대 코드로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 → 초대 → 게스트 입장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직접 만들고 역할별 초대 코드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목록·업무 현황판·참여자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27개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23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10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1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13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12개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· 크기 조절 · 메모 · 보드 관리 · 현황판 · 작업실 생성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6</cp:revision>
  <dcterms:created xsi:type="dcterms:W3CDTF">2026-10-08T02:30:42Z</dcterms:created>
  <dcterms:modified xsi:type="dcterms:W3CDTF">2026-10-10T06:32:26Z</dcterms:modified>
</cp:coreProperties>
</file>